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8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CC907-B38F-4E92-B68E-C2DCED645E32}" v="4" dt="2026-09-09T12:30:10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dalwala2007@gmail.com" userId="2c170196b0bfc820" providerId="LiveId" clId="{BDD8BDE3-D411-4B89-9743-5D6846E202FE}"/>
    <pc:docChg chg="undo custSel modSld">
      <pc:chgData name="akashdalwala2007@gmail.com" userId="2c170196b0bfc820" providerId="LiveId" clId="{BDD8BDE3-D411-4B89-9743-5D6846E202FE}" dt="2026-09-09T12:30:14.492" v="87" actId="208"/>
      <pc:docMkLst>
        <pc:docMk/>
      </pc:docMkLst>
      <pc:sldChg chg="modSp mod">
        <pc:chgData name="akashdalwala2007@gmail.com" userId="2c170196b0bfc820" providerId="LiveId" clId="{BDD8BDE3-D411-4B89-9743-5D6846E202FE}" dt="2026-09-09T12:23:40.487" v="10" actId="14861"/>
        <pc:sldMkLst>
          <pc:docMk/>
          <pc:sldMk cId="822859856" sldId="256"/>
        </pc:sldMkLst>
        <pc:spChg chg="mod">
          <ac:chgData name="akashdalwala2007@gmail.com" userId="2c170196b0bfc820" providerId="LiveId" clId="{BDD8BDE3-D411-4B89-9743-5D6846E202FE}" dt="2026-09-09T12:23:25.391" v="4" actId="14100"/>
          <ac:spMkLst>
            <pc:docMk/>
            <pc:sldMk cId="822859856" sldId="256"/>
            <ac:spMk id="12" creationId="{C2590FB1-CF80-7767-D6A8-43229B3E750F}"/>
          </ac:spMkLst>
        </pc:spChg>
        <pc:picChg chg="mod">
          <ac:chgData name="akashdalwala2007@gmail.com" userId="2c170196b0bfc820" providerId="LiveId" clId="{BDD8BDE3-D411-4B89-9743-5D6846E202FE}" dt="2026-09-09T12:23:40.487" v="10" actId="14861"/>
          <ac:picMkLst>
            <pc:docMk/>
            <pc:sldMk cId="822859856" sldId="256"/>
            <ac:picMk id="16" creationId="{A6F9A566-63F6-3C2B-C1D2-4C1855543F22}"/>
          </ac:picMkLst>
        </pc:picChg>
      </pc:sldChg>
      <pc:sldChg chg="modSp mod">
        <pc:chgData name="akashdalwala2007@gmail.com" userId="2c170196b0bfc820" providerId="LiveId" clId="{BDD8BDE3-D411-4B89-9743-5D6846E202FE}" dt="2026-09-09T12:25:33.792" v="27" actId="207"/>
        <pc:sldMkLst>
          <pc:docMk/>
          <pc:sldMk cId="2152523134" sldId="257"/>
        </pc:sldMkLst>
        <pc:spChg chg="mod">
          <ac:chgData name="akashdalwala2007@gmail.com" userId="2c170196b0bfc820" providerId="LiveId" clId="{BDD8BDE3-D411-4B89-9743-5D6846E202FE}" dt="2026-09-09T12:25:33.792" v="27" actId="207"/>
          <ac:spMkLst>
            <pc:docMk/>
            <pc:sldMk cId="2152523134" sldId="257"/>
            <ac:spMk id="28" creationId="{E77EA7E1-5032-A354-0777-81E5C3DA20EA}"/>
          </ac:spMkLst>
        </pc:spChg>
      </pc:sldChg>
      <pc:sldChg chg="modSp mod">
        <pc:chgData name="akashdalwala2007@gmail.com" userId="2c170196b0bfc820" providerId="LiveId" clId="{BDD8BDE3-D411-4B89-9743-5D6846E202FE}" dt="2026-09-09T12:25:39.944" v="28" actId="207"/>
        <pc:sldMkLst>
          <pc:docMk/>
          <pc:sldMk cId="3018394433" sldId="258"/>
        </pc:sldMkLst>
        <pc:spChg chg="mod">
          <ac:chgData name="akashdalwala2007@gmail.com" userId="2c170196b0bfc820" providerId="LiveId" clId="{BDD8BDE3-D411-4B89-9743-5D6846E202FE}" dt="2026-09-09T12:25:39.944" v="28" actId="207"/>
          <ac:spMkLst>
            <pc:docMk/>
            <pc:sldMk cId="3018394433" sldId="258"/>
            <ac:spMk id="10" creationId="{51DF0363-85E4-73AA-4677-64A0D12B82D3}"/>
          </ac:spMkLst>
        </pc:spChg>
        <pc:picChg chg="mod">
          <ac:chgData name="akashdalwala2007@gmail.com" userId="2c170196b0bfc820" providerId="LiveId" clId="{BDD8BDE3-D411-4B89-9743-5D6846E202FE}" dt="2026-09-09T12:24:10.238" v="14" actId="208"/>
          <ac:picMkLst>
            <pc:docMk/>
            <pc:sldMk cId="3018394433" sldId="258"/>
            <ac:picMk id="5" creationId="{7E6B2607-A279-195E-BAA2-31592B4BE504}"/>
          </ac:picMkLst>
        </pc:picChg>
      </pc:sldChg>
      <pc:sldChg chg="modSp mod">
        <pc:chgData name="akashdalwala2007@gmail.com" userId="2c170196b0bfc820" providerId="LiveId" clId="{BDD8BDE3-D411-4B89-9743-5D6846E202FE}" dt="2026-09-09T12:25:24.549" v="26" actId="207"/>
        <pc:sldMkLst>
          <pc:docMk/>
          <pc:sldMk cId="103260312" sldId="259"/>
        </pc:sldMkLst>
        <pc:spChg chg="mod">
          <ac:chgData name="akashdalwala2007@gmail.com" userId="2c170196b0bfc820" providerId="LiveId" clId="{BDD8BDE3-D411-4B89-9743-5D6846E202FE}" dt="2026-09-09T12:24:34.622" v="18" actId="208"/>
          <ac:spMkLst>
            <pc:docMk/>
            <pc:sldMk cId="103260312" sldId="259"/>
            <ac:spMk id="5" creationId="{064E2DA0-D70D-9E87-1E29-CB38646CE092}"/>
          </ac:spMkLst>
        </pc:spChg>
        <pc:spChg chg="mod">
          <ac:chgData name="akashdalwala2007@gmail.com" userId="2c170196b0bfc820" providerId="LiveId" clId="{BDD8BDE3-D411-4B89-9743-5D6846E202FE}" dt="2026-09-09T12:25:24.549" v="26" actId="207"/>
          <ac:spMkLst>
            <pc:docMk/>
            <pc:sldMk cId="103260312" sldId="259"/>
            <ac:spMk id="16" creationId="{867B216B-B449-E538-7C14-39C331ABA5CE}"/>
          </ac:spMkLst>
        </pc:spChg>
        <pc:picChg chg="mod">
          <ac:chgData name="akashdalwala2007@gmail.com" userId="2c170196b0bfc820" providerId="LiveId" clId="{BDD8BDE3-D411-4B89-9743-5D6846E202FE}" dt="2026-09-09T12:24:20.241" v="15" actId="208"/>
          <ac:picMkLst>
            <pc:docMk/>
            <pc:sldMk cId="103260312" sldId="259"/>
            <ac:picMk id="7" creationId="{631EC0FE-9442-15E1-8CB4-FEB753AEDD39}"/>
          </ac:picMkLst>
        </pc:picChg>
        <pc:picChg chg="mod">
          <ac:chgData name="akashdalwala2007@gmail.com" userId="2c170196b0bfc820" providerId="LiveId" clId="{BDD8BDE3-D411-4B89-9743-5D6846E202FE}" dt="2026-09-09T12:24:20.241" v="15" actId="208"/>
          <ac:picMkLst>
            <pc:docMk/>
            <pc:sldMk cId="103260312" sldId="259"/>
            <ac:picMk id="9" creationId="{BA651A62-D658-8973-BD06-0FD4C9FEED36}"/>
          </ac:picMkLst>
        </pc:picChg>
        <pc:picChg chg="mod">
          <ac:chgData name="akashdalwala2007@gmail.com" userId="2c170196b0bfc820" providerId="LiveId" clId="{BDD8BDE3-D411-4B89-9743-5D6846E202FE}" dt="2026-09-09T12:24:20.241" v="15" actId="208"/>
          <ac:picMkLst>
            <pc:docMk/>
            <pc:sldMk cId="103260312" sldId="259"/>
            <ac:picMk id="13" creationId="{C9501C3C-68A7-7135-D291-F360AC07ADAF}"/>
          </ac:picMkLst>
        </pc:picChg>
      </pc:sldChg>
      <pc:sldChg chg="modSp mod">
        <pc:chgData name="akashdalwala2007@gmail.com" userId="2c170196b0bfc820" providerId="LiveId" clId="{BDD8BDE3-D411-4B89-9743-5D6846E202FE}" dt="2026-09-09T12:25:45.454" v="29" actId="207"/>
        <pc:sldMkLst>
          <pc:docMk/>
          <pc:sldMk cId="1851392638" sldId="260"/>
        </pc:sldMkLst>
        <pc:spChg chg="mod">
          <ac:chgData name="akashdalwala2007@gmail.com" userId="2c170196b0bfc820" providerId="LiveId" clId="{BDD8BDE3-D411-4B89-9743-5D6846E202FE}" dt="2026-09-09T12:24:51.187" v="19" actId="255"/>
          <ac:spMkLst>
            <pc:docMk/>
            <pc:sldMk cId="1851392638" sldId="260"/>
            <ac:spMk id="2" creationId="{2331286D-212D-3FAD-6708-581AF8F73561}"/>
          </ac:spMkLst>
        </pc:spChg>
        <pc:spChg chg="mod">
          <ac:chgData name="akashdalwala2007@gmail.com" userId="2c170196b0bfc820" providerId="LiveId" clId="{BDD8BDE3-D411-4B89-9743-5D6846E202FE}" dt="2026-09-09T12:24:55.325" v="20" actId="1076"/>
          <ac:spMkLst>
            <pc:docMk/>
            <pc:sldMk cId="1851392638" sldId="260"/>
            <ac:spMk id="3" creationId="{8F509B2A-CD87-12A5-D4BB-3A9EF44EEBC0}"/>
          </ac:spMkLst>
        </pc:spChg>
        <pc:spChg chg="mod">
          <ac:chgData name="akashdalwala2007@gmail.com" userId="2c170196b0bfc820" providerId="LiveId" clId="{BDD8BDE3-D411-4B89-9743-5D6846E202FE}" dt="2026-09-09T12:25:45.454" v="29" actId="207"/>
          <ac:spMkLst>
            <pc:docMk/>
            <pc:sldMk cId="1851392638" sldId="260"/>
            <ac:spMk id="12" creationId="{0C46BF80-0D0B-52E1-E8B5-2F9172CCDE6C}"/>
          </ac:spMkLst>
        </pc:spChg>
      </pc:sldChg>
      <pc:sldChg chg="modSp mod">
        <pc:chgData name="akashdalwala2007@gmail.com" userId="2c170196b0bfc820" providerId="LiveId" clId="{BDD8BDE3-D411-4B89-9743-5D6846E202FE}" dt="2026-09-09T12:26:06.583" v="38" actId="208"/>
        <pc:sldMkLst>
          <pc:docMk/>
          <pc:sldMk cId="2271971534" sldId="261"/>
        </pc:sldMkLst>
        <pc:spChg chg="mod">
          <ac:chgData name="akashdalwala2007@gmail.com" userId="2c170196b0bfc820" providerId="LiveId" clId="{BDD8BDE3-D411-4B89-9743-5D6846E202FE}" dt="2026-09-09T12:25:54.320" v="31" actId="208"/>
          <ac:spMkLst>
            <pc:docMk/>
            <pc:sldMk cId="2271971534" sldId="261"/>
            <ac:spMk id="10" creationId="{5C8BEAB1-AB95-E2A2-EA42-3A7CA4771A10}"/>
          </ac:spMkLst>
        </pc:spChg>
        <pc:picChg chg="mod">
          <ac:chgData name="akashdalwala2007@gmail.com" userId="2c170196b0bfc820" providerId="LiveId" clId="{BDD8BDE3-D411-4B89-9743-5D6846E202FE}" dt="2026-09-09T12:26:06.583" v="38" actId="208"/>
          <ac:picMkLst>
            <pc:docMk/>
            <pc:sldMk cId="2271971534" sldId="261"/>
            <ac:picMk id="6" creationId="{1C02DE51-0DAF-4C3D-DCDF-300342D58B65}"/>
          </ac:picMkLst>
        </pc:picChg>
        <pc:picChg chg="mod">
          <ac:chgData name="akashdalwala2007@gmail.com" userId="2c170196b0bfc820" providerId="LiveId" clId="{BDD8BDE3-D411-4B89-9743-5D6846E202FE}" dt="2026-09-09T12:26:06.583" v="38" actId="208"/>
          <ac:picMkLst>
            <pc:docMk/>
            <pc:sldMk cId="2271971534" sldId="261"/>
            <ac:picMk id="8" creationId="{8E3868E9-A4FF-01DA-9A6C-20491C2DF3E8}"/>
          </ac:picMkLst>
        </pc:picChg>
      </pc:sldChg>
      <pc:sldChg chg="modSp mod">
        <pc:chgData name="akashdalwala2007@gmail.com" userId="2c170196b0bfc820" providerId="LiveId" clId="{BDD8BDE3-D411-4B89-9743-5D6846E202FE}" dt="2026-09-09T12:26:44.860" v="44" actId="208"/>
        <pc:sldMkLst>
          <pc:docMk/>
          <pc:sldMk cId="2567825078" sldId="262"/>
        </pc:sldMkLst>
        <pc:spChg chg="mod">
          <ac:chgData name="akashdalwala2007@gmail.com" userId="2c170196b0bfc820" providerId="LiveId" clId="{BDD8BDE3-D411-4B89-9743-5D6846E202FE}" dt="2026-09-09T12:26:33.304" v="40" actId="208"/>
          <ac:spMkLst>
            <pc:docMk/>
            <pc:sldMk cId="2567825078" sldId="262"/>
            <ac:spMk id="36" creationId="{D2EB987B-6F9F-EACF-BFAB-BB3EE2A2E40D}"/>
          </ac:spMkLst>
        </pc:spChg>
        <pc:picChg chg="mod">
          <ac:chgData name="akashdalwala2007@gmail.com" userId="2c170196b0bfc820" providerId="LiveId" clId="{BDD8BDE3-D411-4B89-9743-5D6846E202FE}" dt="2026-09-09T12:26:43.102" v="43" actId="208"/>
          <ac:picMkLst>
            <pc:docMk/>
            <pc:sldMk cId="2567825078" sldId="262"/>
            <ac:picMk id="7" creationId="{91E7852D-60DC-DFCF-A884-734E518DD377}"/>
          </ac:picMkLst>
        </pc:picChg>
        <pc:picChg chg="mod">
          <ac:chgData name="akashdalwala2007@gmail.com" userId="2c170196b0bfc820" providerId="LiveId" clId="{BDD8BDE3-D411-4B89-9743-5D6846E202FE}" dt="2026-09-09T12:26:44.860" v="44" actId="208"/>
          <ac:picMkLst>
            <pc:docMk/>
            <pc:sldMk cId="2567825078" sldId="262"/>
            <ac:picMk id="35" creationId="{3F090662-B417-B847-4D4D-724E600B4F87}"/>
          </ac:picMkLst>
        </pc:picChg>
      </pc:sldChg>
      <pc:sldChg chg="modSp mod">
        <pc:chgData name="akashdalwala2007@gmail.com" userId="2c170196b0bfc820" providerId="LiveId" clId="{BDD8BDE3-D411-4B89-9743-5D6846E202FE}" dt="2026-09-09T12:27:22.373" v="50" actId="14861"/>
        <pc:sldMkLst>
          <pc:docMk/>
          <pc:sldMk cId="2214743339" sldId="263"/>
        </pc:sldMkLst>
        <pc:spChg chg="mod">
          <ac:chgData name="akashdalwala2007@gmail.com" userId="2c170196b0bfc820" providerId="LiveId" clId="{BDD8BDE3-D411-4B89-9743-5D6846E202FE}" dt="2026-09-09T12:27:22.373" v="50" actId="14861"/>
          <ac:spMkLst>
            <pc:docMk/>
            <pc:sldMk cId="2214743339" sldId="263"/>
            <ac:spMk id="25" creationId="{C603794D-6360-31B9-7CD8-54950FBBB5F8}"/>
          </ac:spMkLst>
        </pc:spChg>
        <pc:grpChg chg="mod">
          <ac:chgData name="akashdalwala2007@gmail.com" userId="2c170196b0bfc820" providerId="LiveId" clId="{BDD8BDE3-D411-4B89-9743-5D6846E202FE}" dt="2026-09-09T12:27:14.410" v="47" actId="14861"/>
          <ac:grpSpMkLst>
            <pc:docMk/>
            <pc:sldMk cId="2214743339" sldId="263"/>
            <ac:grpSpMk id="2" creationId="{98C913A0-C20F-0EBE-A43D-C89DBC4BAD54}"/>
          </ac:grpSpMkLst>
        </pc:grpChg>
        <pc:picChg chg="mod">
          <ac:chgData name="akashdalwala2007@gmail.com" userId="2c170196b0bfc820" providerId="LiveId" clId="{BDD8BDE3-D411-4B89-9743-5D6846E202FE}" dt="2026-09-09T12:26:56.218" v="45" actId="14861"/>
          <ac:picMkLst>
            <pc:docMk/>
            <pc:sldMk cId="2214743339" sldId="263"/>
            <ac:picMk id="19" creationId="{7B083E7D-E55A-ED39-A9C3-5506247EDD85}"/>
          </ac:picMkLst>
        </pc:picChg>
        <pc:picChg chg="mod">
          <ac:chgData name="akashdalwala2007@gmail.com" userId="2c170196b0bfc820" providerId="LiveId" clId="{BDD8BDE3-D411-4B89-9743-5D6846E202FE}" dt="2026-09-09T12:27:09.866" v="46" actId="14861"/>
          <ac:picMkLst>
            <pc:docMk/>
            <pc:sldMk cId="2214743339" sldId="263"/>
            <ac:picMk id="21" creationId="{61988BC8-A222-D106-2F66-426657A15BE4}"/>
          </ac:picMkLst>
        </pc:picChg>
      </pc:sldChg>
      <pc:sldChg chg="modSp mod">
        <pc:chgData name="akashdalwala2007@gmail.com" userId="2c170196b0bfc820" providerId="LiveId" clId="{BDD8BDE3-D411-4B89-9743-5D6846E202FE}" dt="2026-09-09T12:27:59.446" v="58" actId="208"/>
        <pc:sldMkLst>
          <pc:docMk/>
          <pc:sldMk cId="8087343" sldId="264"/>
        </pc:sldMkLst>
        <pc:spChg chg="mod">
          <ac:chgData name="akashdalwala2007@gmail.com" userId="2c170196b0bfc820" providerId="LiveId" clId="{BDD8BDE3-D411-4B89-9743-5D6846E202FE}" dt="2026-09-09T12:27:59.446" v="58" actId="208"/>
          <ac:spMkLst>
            <pc:docMk/>
            <pc:sldMk cId="8087343" sldId="264"/>
            <ac:spMk id="11" creationId="{6CA14126-8C4F-1A9D-9770-056330EA38C1}"/>
          </ac:spMkLst>
        </pc:spChg>
        <pc:grpChg chg="mod">
          <ac:chgData name="akashdalwala2007@gmail.com" userId="2c170196b0bfc820" providerId="LiveId" clId="{BDD8BDE3-D411-4B89-9743-5D6846E202FE}" dt="2026-09-09T12:27:42.451" v="53" actId="14861"/>
          <ac:grpSpMkLst>
            <pc:docMk/>
            <pc:sldMk cId="8087343" sldId="264"/>
            <ac:grpSpMk id="10" creationId="{E4B52892-ED49-D588-0C90-3D8B77529937}"/>
          </ac:grpSpMkLst>
        </pc:grpChg>
        <pc:picChg chg="mod">
          <ac:chgData name="akashdalwala2007@gmail.com" userId="2c170196b0bfc820" providerId="LiveId" clId="{BDD8BDE3-D411-4B89-9743-5D6846E202FE}" dt="2026-09-09T12:27:49.182" v="55" actId="14861"/>
          <ac:picMkLst>
            <pc:docMk/>
            <pc:sldMk cId="8087343" sldId="264"/>
            <ac:picMk id="5" creationId="{6A6341C4-0D1E-F3D7-1D8A-6F833A069F99}"/>
          </ac:picMkLst>
        </pc:picChg>
        <pc:picChg chg="mod">
          <ac:chgData name="akashdalwala2007@gmail.com" userId="2c170196b0bfc820" providerId="LiveId" clId="{BDD8BDE3-D411-4B89-9743-5D6846E202FE}" dt="2026-09-09T12:27:46.116" v="54" actId="14861"/>
          <ac:picMkLst>
            <pc:docMk/>
            <pc:sldMk cId="8087343" sldId="264"/>
            <ac:picMk id="7" creationId="{713834EB-FA92-4E16-EC1E-1CA7C6973A73}"/>
          </ac:picMkLst>
        </pc:picChg>
        <pc:picChg chg="mod">
          <ac:chgData name="akashdalwala2007@gmail.com" userId="2c170196b0bfc820" providerId="LiveId" clId="{BDD8BDE3-D411-4B89-9743-5D6846E202FE}" dt="2026-09-09T12:27:52.220" v="56" actId="14861"/>
          <ac:picMkLst>
            <pc:docMk/>
            <pc:sldMk cId="8087343" sldId="264"/>
            <ac:picMk id="9" creationId="{E9D43BDC-00F5-DD78-9BAD-21ADA7D3856B}"/>
          </ac:picMkLst>
        </pc:picChg>
      </pc:sldChg>
      <pc:sldChg chg="modSp mod">
        <pc:chgData name="akashdalwala2007@gmail.com" userId="2c170196b0bfc820" providerId="LiveId" clId="{BDD8BDE3-D411-4B89-9743-5D6846E202FE}" dt="2026-09-09T12:29:43.758" v="81" actId="14100"/>
        <pc:sldMkLst>
          <pc:docMk/>
          <pc:sldMk cId="746905454" sldId="265"/>
        </pc:sldMkLst>
        <pc:spChg chg="mod">
          <ac:chgData name="akashdalwala2007@gmail.com" userId="2c170196b0bfc820" providerId="LiveId" clId="{BDD8BDE3-D411-4B89-9743-5D6846E202FE}" dt="2026-09-09T12:29:43.758" v="81" actId="14100"/>
          <ac:spMkLst>
            <pc:docMk/>
            <pc:sldMk cId="746905454" sldId="265"/>
            <ac:spMk id="4" creationId="{DC079FF8-2AD1-74CF-06E0-5B2F6FAD9F14}"/>
          </ac:spMkLst>
        </pc:spChg>
        <pc:spChg chg="mod">
          <ac:chgData name="akashdalwala2007@gmail.com" userId="2c170196b0bfc820" providerId="LiveId" clId="{BDD8BDE3-D411-4B89-9743-5D6846E202FE}" dt="2026-09-09T12:29:34.950" v="78" actId="1076"/>
          <ac:spMkLst>
            <pc:docMk/>
            <pc:sldMk cId="746905454" sldId="265"/>
            <ac:spMk id="5" creationId="{22F08682-585F-7B32-AE74-E22D495235A6}"/>
          </ac:spMkLst>
        </pc:spChg>
        <pc:spChg chg="mod">
          <ac:chgData name="akashdalwala2007@gmail.com" userId="2c170196b0bfc820" providerId="LiveId" clId="{BDD8BDE3-D411-4B89-9743-5D6846E202FE}" dt="2026-09-09T12:29:33.564" v="75" actId="1076"/>
          <ac:spMkLst>
            <pc:docMk/>
            <pc:sldMk cId="746905454" sldId="265"/>
            <ac:spMk id="6" creationId="{A409FF26-151B-CFB0-5660-8BA5A9D3B4A4}"/>
          </ac:spMkLst>
        </pc:spChg>
      </pc:sldChg>
      <pc:sldChg chg="modSp mod">
        <pc:chgData name="akashdalwala2007@gmail.com" userId="2c170196b0bfc820" providerId="LiveId" clId="{BDD8BDE3-D411-4B89-9743-5D6846E202FE}" dt="2026-09-09T12:30:14.492" v="87" actId="208"/>
        <pc:sldMkLst>
          <pc:docMk/>
          <pc:sldMk cId="403222261" sldId="266"/>
        </pc:sldMkLst>
        <pc:spChg chg="mod">
          <ac:chgData name="akashdalwala2007@gmail.com" userId="2c170196b0bfc820" providerId="LiveId" clId="{BDD8BDE3-D411-4B89-9743-5D6846E202FE}" dt="2026-09-09T12:30:02.140" v="83" actId="208"/>
          <ac:spMkLst>
            <pc:docMk/>
            <pc:sldMk cId="403222261" sldId="266"/>
            <ac:spMk id="11" creationId="{4CB40F44-4E50-4968-32D1-EA503E1A7F0C}"/>
          </ac:spMkLst>
        </pc:spChg>
        <pc:spChg chg="mod">
          <ac:chgData name="akashdalwala2007@gmail.com" userId="2c170196b0bfc820" providerId="LiveId" clId="{BDD8BDE3-D411-4B89-9743-5D6846E202FE}" dt="2026-09-09T12:30:07.492" v="85" actId="208"/>
          <ac:spMkLst>
            <pc:docMk/>
            <pc:sldMk cId="403222261" sldId="266"/>
            <ac:spMk id="12" creationId="{A93E13B5-D564-9748-1BE6-CAD4462B8C22}"/>
          </ac:spMkLst>
        </pc:spChg>
        <pc:grpChg chg="mod">
          <ac:chgData name="akashdalwala2007@gmail.com" userId="2c170196b0bfc820" providerId="LiveId" clId="{BDD8BDE3-D411-4B89-9743-5D6846E202FE}" dt="2026-09-09T12:30:10.786" v="86" actId="14861"/>
          <ac:grpSpMkLst>
            <pc:docMk/>
            <pc:sldMk cId="403222261" sldId="266"/>
            <ac:grpSpMk id="10" creationId="{D3DE1FD0-0EC9-677F-D7B6-F06B40DEECA2}"/>
          </ac:grpSpMkLst>
        </pc:grpChg>
        <pc:picChg chg="mod">
          <ac:chgData name="akashdalwala2007@gmail.com" userId="2c170196b0bfc820" providerId="LiveId" clId="{BDD8BDE3-D411-4B89-9743-5D6846E202FE}" dt="2026-09-09T12:30:14.492" v="87" actId="208"/>
          <ac:picMkLst>
            <pc:docMk/>
            <pc:sldMk cId="403222261" sldId="266"/>
            <ac:picMk id="5" creationId="{DC4FAF92-13C0-EE13-7C97-47CEF6F0B2A7}"/>
          </ac:picMkLst>
        </pc:picChg>
        <pc:picChg chg="mod">
          <ac:chgData name="akashdalwala2007@gmail.com" userId="2c170196b0bfc820" providerId="LiveId" clId="{BDD8BDE3-D411-4B89-9743-5D6846E202FE}" dt="2026-09-09T12:30:14.492" v="87" actId="208"/>
          <ac:picMkLst>
            <pc:docMk/>
            <pc:sldMk cId="403222261" sldId="266"/>
            <ac:picMk id="7" creationId="{9B5D0A11-B46C-063E-5934-A96CED802308}"/>
          </ac:picMkLst>
        </pc:picChg>
        <pc:picChg chg="mod">
          <ac:chgData name="akashdalwala2007@gmail.com" userId="2c170196b0bfc820" providerId="LiveId" clId="{BDD8BDE3-D411-4B89-9743-5D6846E202FE}" dt="2026-09-09T12:30:14.492" v="87" actId="208"/>
          <ac:picMkLst>
            <pc:docMk/>
            <pc:sldMk cId="403222261" sldId="266"/>
            <ac:picMk id="9" creationId="{478EE68D-4B7E-89CD-5C12-BCBCD8DB4E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FCE3-77CA-8702-7EEC-0B6359921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CF490-E85B-06AA-0B69-1BAD69FEE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9F184-6ADC-4444-3FFC-0D77FC85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109FE-41FD-9F10-FDE3-B802B4A8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014E-2EB4-F9D6-CBDD-A12D2592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50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5A8C-501F-B93D-DF3E-E62E6424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3A989-7F43-CA40-D9C9-8BDB72D8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E591F-07F9-004B-90D4-0A485E27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CEA42-95D1-FE26-5F7C-EC53E37C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3B21-12DC-991C-4714-46F9A615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3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F900-C4AF-7016-E3B8-DAA7ABEDD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1A450-1F90-A18B-62E4-AC9427CD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B7A6-2F20-E897-047D-7F3A4B6A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0C179-A63E-4D40-31E7-5B56E13A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517F-4ED0-20AB-C1BD-D823002C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90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2D8E-683D-5F98-7139-31EAF69A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E4DDD-744F-1670-4ED4-F8430B72B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C1B72-2285-FC63-5778-620DED6C2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A3D8A-3EC5-F6DA-BB20-EB4030AD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B30CF-02D7-EDCD-332B-14154FD92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A690-96A7-85EC-F982-D6B2F2C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064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CBAA-5104-68CA-CFB8-82825FB4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D6138-6706-15C9-B07E-F77F796EB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3347E-978A-CBE3-2CB3-0D5D907FA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DC001-33FD-DA2C-AC60-94718BBD6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1A03D-95FE-6979-17B4-56DA115CA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B4B574-8090-4C68-CCE4-2942A8469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A9A3B-F5FB-64A3-3C8D-3A42C47A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AD18E-4D56-AACF-71CD-02105E62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F9EE7-3C4B-F3C6-5ED0-B89A2D16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55FFD-A00A-921F-B22A-86695466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46493-91A8-B5BA-36E4-1A4CF5E6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D7C2F-CF81-0523-3D52-A39B7C4D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703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84177-2073-4DF2-2095-245E424F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1F4A7-A639-6081-10DB-C2F19D1B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5569A-E19F-C63A-9193-7D09F950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6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289A6-EF0F-0EFF-1C8E-A2BDCC73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9DE8-BA1F-CDF3-FF60-05F1A67FB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FCCF9-0CF2-F5DF-A4A4-39200C311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436B9-9BA4-ECBF-46F4-7B05130F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1BD64-8C46-7381-74D3-668F2A1F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3070E-FF41-D91D-27CD-0D438010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146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3C19-1B93-5AA5-237E-C19ECB48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3C2D4D-50B3-ADC7-AB57-4E55C4451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CCB86-7797-A7C4-93B5-02D848FBD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93985-9F0E-DFD1-1EFA-C21F05E5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681BB-CE3B-81B7-0A35-91AFBF123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114F2-5860-E89A-2E4F-A336088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80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BE3A-E8AB-9D04-4637-ED60F4C4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903F1-350C-372C-416A-3EDD93F1D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899D8-CD90-C439-BF38-67EA578A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18A88-50E3-F6B2-12F0-44A7905D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94031-A5DD-0227-9BF1-8808E9E2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60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BA517-8508-EC1E-E5D6-CB1AE5F4D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45030-FF49-9E01-30A9-94DE3F12E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B9F2C-D4EC-FD04-6FB6-5E7B91EC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72B24-D43C-7119-6D73-79029C23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E1BAB-FD24-C630-385B-D4C5F980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940E22-96C2-AB14-4B18-81336872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87D85-98C5-A6D3-A63F-E55A80920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B2E1-EAB4-1FC8-9813-0E9F6AA01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1B0C4-1F5C-4F45-A5A0-B542BB4EA51B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6707-5FD2-332B-AC5B-1E2D90418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2488-6D2E-429C-762D-EE922D8C0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A29B3-2064-46C9-8F32-4403942C2F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62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https://images.openai.com/static-rsc-4/ljmJ6G_LeTyNOQ-NX-84pscl0yU9u_8SkegMuTQ-VG1aln0TKHCD2p4e7Lsz5POmHN_k-rt0Q_KNUnF1uS7KBnUytvBymMfrqa1TlJH2ErkM7Q1FpsLoa_gG3AXE-mFSThHJHaUSJsqvXRcZqcKkGOfojjqrIokzmg3r0L9q8dv5iz0npt7-2l5tLm01RBJQ?purpose=fullsize">
            <a:extLst>
              <a:ext uri="{FF2B5EF4-FFF2-40B4-BE49-F238E27FC236}">
                <a16:creationId xmlns:a16="http://schemas.microsoft.com/office/drawing/2014/main" id="{A6F9A566-63F6-3C2B-C1D2-4C1855543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11846" y="801327"/>
            <a:ext cx="4473676" cy="572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254000" dist="50800" dir="5400000" algn="ctr" rotWithShape="0">
              <a:srgbClr val="000000">
                <a:alpha val="88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6E827-5B13-1512-AEE1-FB1314557F74}"/>
              </a:ext>
            </a:extLst>
          </p:cNvPr>
          <p:cNvSpPr txBox="1"/>
          <p:nvPr/>
        </p:nvSpPr>
        <p:spPr>
          <a:xfrm>
            <a:off x="403124" y="803090"/>
            <a:ext cx="6656437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0000"/>
                </a:solidFill>
              </a:rPr>
              <a:t>Theme:</a:t>
            </a:r>
            <a:r>
              <a:rPr lang="en-IN" sz="2000" dirty="0">
                <a:solidFill>
                  <a:srgbClr val="000000"/>
                </a:solidFill>
              </a:rPr>
              <a:t> AI for Climate Change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0000"/>
                </a:solidFill>
              </a:rPr>
              <a:t>Team: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0000"/>
                </a:solidFill>
              </a:rPr>
              <a:t>Domain:</a:t>
            </a:r>
            <a:r>
              <a:rPr lang="en-IN" sz="2000" dirty="0">
                <a:solidFill>
                  <a:srgbClr val="000000"/>
                </a:solidFill>
              </a:rPr>
              <a:t> Disaster Resilience, Public Health &amp; Community Well-being</a:t>
            </a:r>
          </a:p>
          <a:p>
            <a:pPr>
              <a:lnSpc>
                <a:spcPct val="150000"/>
              </a:lnSpc>
            </a:pPr>
            <a:endParaRPr lang="en-IN" sz="200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5D05B-CD89-E171-9767-D8668C4F2A5E}"/>
              </a:ext>
            </a:extLst>
          </p:cNvPr>
          <p:cNvSpPr txBox="1"/>
          <p:nvPr/>
        </p:nvSpPr>
        <p:spPr>
          <a:xfrm>
            <a:off x="530942" y="177758"/>
            <a:ext cx="11002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PCCOE Indradhanu – International Grand Challenge 2026</a:t>
            </a:r>
            <a:endParaRPr lang="en-IN" sz="2400" dirty="0">
              <a:solidFill>
                <a:srgbClr val="0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850EAF-6723-70E3-2F08-3FA49D1DD5E5}"/>
              </a:ext>
            </a:extLst>
          </p:cNvPr>
          <p:cNvGrpSpPr/>
          <p:nvPr/>
        </p:nvGrpSpPr>
        <p:grpSpPr>
          <a:xfrm>
            <a:off x="304802" y="3159376"/>
            <a:ext cx="7108721" cy="2492990"/>
            <a:chOff x="7072" y="1060394"/>
            <a:chExt cx="7393859" cy="24929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212FEF-04C4-8877-C583-C7A7690525C5}"/>
                </a:ext>
              </a:extLst>
            </p:cNvPr>
            <p:cNvSpPr txBox="1"/>
            <p:nvPr/>
          </p:nvSpPr>
          <p:spPr>
            <a:xfrm>
              <a:off x="7072" y="1060394"/>
              <a:ext cx="739385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5000" dirty="0">
                  <a:solidFill>
                    <a:srgbClr val="000000"/>
                  </a:solidFill>
                  <a:latin typeface="Arial Black" panose="020B0A04020102020204" pitchFamily="34" charset="0"/>
                </a:rPr>
                <a:t>CASCADEBREAK</a:t>
              </a:r>
              <a:r>
                <a:rPr lang="en-IN" sz="5000" dirty="0">
                  <a:solidFill>
                    <a:srgbClr val="000000"/>
                  </a:solidFill>
                </a:rPr>
                <a:t> </a:t>
              </a:r>
              <a:r>
                <a:rPr lang="en-IN" sz="5000" dirty="0">
                  <a:solidFill>
                    <a:srgbClr val="000000"/>
                  </a:solidFill>
                  <a:latin typeface="Arial Black" panose="020B0A04020102020204" pitchFamily="34" charset="0"/>
                </a:rPr>
                <a:t>AI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590FB1-CF80-7767-D6A8-43229B3E750F}"/>
                </a:ext>
              </a:extLst>
            </p:cNvPr>
            <p:cNvSpPr txBox="1"/>
            <p:nvPr/>
          </p:nvSpPr>
          <p:spPr>
            <a:xfrm>
              <a:off x="211605" y="1922168"/>
              <a:ext cx="703592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>
                  <a:solidFill>
                    <a:srgbClr val="000000"/>
                  </a:solidFill>
                </a:rPr>
                <a:t>AI-powered </a:t>
              </a:r>
              <a:r>
                <a:rPr lang="en-IN" sz="20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counterfactual</a:t>
              </a:r>
              <a:r>
                <a:rPr lang="en-IN" sz="2000" b="1" dirty="0">
                  <a:solidFill>
                    <a:srgbClr val="000000"/>
                  </a:solidFill>
                </a:rPr>
                <a:t> intervention optimization for climate disasters</a:t>
              </a:r>
            </a:p>
            <a:p>
              <a:endParaRPr lang="en-IN" sz="2000" dirty="0">
                <a:solidFill>
                  <a:srgbClr val="000000"/>
                </a:solidFill>
              </a:endParaRPr>
            </a:p>
            <a:p>
              <a:r>
                <a:rPr lang="en-IN" sz="2000" i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Don’t just map the flood. Find the intervention that breaks the cascade</a:t>
              </a:r>
            </a:p>
            <a:p>
              <a:endParaRPr lang="en-IN" sz="20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285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5224AFB-6313-EB7E-A5D0-DAE9A06441E2}"/>
              </a:ext>
            </a:extLst>
          </p:cNvPr>
          <p:cNvSpPr txBox="1"/>
          <p:nvPr/>
        </p:nvSpPr>
        <p:spPr>
          <a:xfrm>
            <a:off x="245804" y="803632"/>
            <a:ext cx="83475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When One Road Fails, The Impact Doesn’t Stop There</a:t>
            </a:r>
          </a:p>
          <a:p>
            <a:pPr>
              <a:buNone/>
            </a:pP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Climate disasters create cascading disruptions across interconnected urban systems.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19955-15B1-9191-BCFC-7BDD777D2577}"/>
              </a:ext>
            </a:extLst>
          </p:cNvPr>
          <p:cNvSpPr txBox="1"/>
          <p:nvPr/>
        </p:nvSpPr>
        <p:spPr>
          <a:xfrm>
            <a:off x="245805" y="1398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THE PROBLEM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774F1-652D-14D8-17CE-50349AF2F2EE}"/>
              </a:ext>
            </a:extLst>
          </p:cNvPr>
          <p:cNvSpPr txBox="1"/>
          <p:nvPr/>
        </p:nvSpPr>
        <p:spPr>
          <a:xfrm>
            <a:off x="245804" y="2055678"/>
            <a:ext cx="766916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0000"/>
                </a:solidFill>
                <a:latin typeface="Arial Black" panose="020B0A04020102020204" pitchFamily="34" charset="0"/>
              </a:rPr>
              <a:t>The Challenge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Responders often know </a:t>
            </a:r>
            <a:r>
              <a:rPr lang="en-IN" sz="20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where flooding is</a:t>
            </a: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, but not </a:t>
            </a:r>
            <a:r>
              <a:rPr lang="en-IN" sz="20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where intervention will create the greatest downstream benefit</a:t>
            </a: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Restoring the </a:t>
            </a:r>
            <a:r>
              <a:rPr lang="en-IN" sz="20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most severely flooded road</a:t>
            </a: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 may not restore the most critical connectivity.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Multiple possible interventions compete for </a:t>
            </a:r>
            <a:r>
              <a:rPr lang="en-IN" sz="20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limited time and resources</a:t>
            </a: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Decisions need to consider </a:t>
            </a:r>
            <a:r>
              <a:rPr lang="en-IN" sz="2000" b="1" i="1" dirty="0">
                <a:solidFill>
                  <a:srgbClr val="000000"/>
                </a:solidFill>
                <a:latin typeface="Arial Narrow" panose="020B0606020202030204" pitchFamily="34" charset="0"/>
              </a:rPr>
              <a:t>population, hospitals, relief centres and alternate routes together</a:t>
            </a:r>
            <a:r>
              <a:rPr lang="en-IN" sz="2000" dirty="0">
                <a:solidFill>
                  <a:srgbClr val="000000"/>
                </a:solidFill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92640A-38CE-71DC-42E5-B8161F1350B7}"/>
              </a:ext>
            </a:extLst>
          </p:cNvPr>
          <p:cNvSpPr txBox="1"/>
          <p:nvPr/>
        </p:nvSpPr>
        <p:spPr>
          <a:xfrm>
            <a:off x="245805" y="5300887"/>
            <a:ext cx="87113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00"/>
                </a:solidFill>
                <a:latin typeface="Arial Narrow" panose="020B0606020202030204" pitchFamily="34" charset="0"/>
              </a:rPr>
              <a:t>Which intervention should responders prioritize </a:t>
            </a:r>
            <a:r>
              <a:rPr lang="en-IN" sz="2000" i="1" dirty="0">
                <a:solidFill>
                  <a:srgbClr val="000000"/>
                </a:solidFill>
                <a:latin typeface="Arial Narrow" panose="020B0606020202030204" pitchFamily="34" charset="0"/>
              </a:rPr>
              <a:t>to break the cascade with limited effort?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7EA7E1-5032-A354-0777-81E5C3DA20EA}"/>
              </a:ext>
            </a:extLst>
          </p:cNvPr>
          <p:cNvSpPr/>
          <p:nvPr/>
        </p:nvSpPr>
        <p:spPr>
          <a:xfrm>
            <a:off x="2050026" y="5889523"/>
            <a:ext cx="8091949" cy="6754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00"/>
                </a:solidFill>
              </a:rPr>
              <a:t>Current systems answer: “Where is the flood?”</a:t>
            </a:r>
            <a:br>
              <a:rPr lang="en-IN" dirty="0">
                <a:solidFill>
                  <a:srgbClr val="000000"/>
                </a:solidFill>
              </a:rPr>
            </a:br>
            <a:r>
              <a:rPr lang="en-IN" dirty="0" err="1">
                <a:solidFill>
                  <a:srgbClr val="000000"/>
                </a:solidFill>
              </a:rPr>
              <a:t>CascadeBreak</a:t>
            </a:r>
            <a:r>
              <a:rPr lang="en-IN" dirty="0">
                <a:solidFill>
                  <a:srgbClr val="000000"/>
                </a:solidFill>
              </a:rPr>
              <a:t> AI asks: “</a:t>
            </a:r>
            <a:r>
              <a:rPr lang="en-IN" b="1" dirty="0">
                <a:solidFill>
                  <a:srgbClr val="000000"/>
                </a:solidFill>
              </a:rPr>
              <a:t>What should we intervene in first?”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2DE9166-602D-9537-6961-ACFBF4A30E39}"/>
              </a:ext>
            </a:extLst>
          </p:cNvPr>
          <p:cNvGrpSpPr/>
          <p:nvPr/>
        </p:nvGrpSpPr>
        <p:grpSpPr>
          <a:xfrm>
            <a:off x="8957187" y="890110"/>
            <a:ext cx="2622758" cy="4126344"/>
            <a:chOff x="8422555" y="895186"/>
            <a:chExt cx="2622758" cy="412634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7EAD261-FBE1-A1C0-BC0E-BB19E4B3E9F9}"/>
                </a:ext>
              </a:extLst>
            </p:cNvPr>
            <p:cNvSpPr/>
            <p:nvPr/>
          </p:nvSpPr>
          <p:spPr>
            <a:xfrm>
              <a:off x="8422558" y="1778556"/>
              <a:ext cx="2622754" cy="61898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🚧 Road Disruption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8E63919-B9D5-D869-CC4F-22DC2F642F56}"/>
                </a:ext>
              </a:extLst>
            </p:cNvPr>
            <p:cNvSpPr/>
            <p:nvPr/>
          </p:nvSpPr>
          <p:spPr>
            <a:xfrm>
              <a:off x="8422555" y="4402330"/>
              <a:ext cx="2622754" cy="6192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👥 Population Access Loss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F3748E6-44E1-2C03-CDAE-BD218C32F7F4}"/>
                </a:ext>
              </a:extLst>
            </p:cNvPr>
            <p:cNvSpPr/>
            <p:nvPr/>
          </p:nvSpPr>
          <p:spPr>
            <a:xfrm>
              <a:off x="8422559" y="895186"/>
              <a:ext cx="2622754" cy="61898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🌊 Flooding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CE5B407-101D-2E11-9736-12B2E6758FB0}"/>
                </a:ext>
              </a:extLst>
            </p:cNvPr>
            <p:cNvSpPr/>
            <p:nvPr/>
          </p:nvSpPr>
          <p:spPr>
            <a:xfrm>
              <a:off x="8422555" y="3494525"/>
              <a:ext cx="2622754" cy="618982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🏥 Critical Facility Inaccessibility</a:t>
              </a:r>
            </a:p>
          </p:txBody>
        </p:sp>
        <p:sp>
          <p:nvSpPr>
            <p:cNvPr id="29" name="Arrow: Down 28">
              <a:extLst>
                <a:ext uri="{FF2B5EF4-FFF2-40B4-BE49-F238E27FC236}">
                  <a16:creationId xmlns:a16="http://schemas.microsoft.com/office/drawing/2014/main" id="{3E7F33E4-2DD0-F4E8-6CC6-00675404F3C2}"/>
                </a:ext>
              </a:extLst>
            </p:cNvPr>
            <p:cNvSpPr/>
            <p:nvPr/>
          </p:nvSpPr>
          <p:spPr>
            <a:xfrm>
              <a:off x="9566784" y="1525713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30" name="Arrow: Down 29">
              <a:extLst>
                <a:ext uri="{FF2B5EF4-FFF2-40B4-BE49-F238E27FC236}">
                  <a16:creationId xmlns:a16="http://schemas.microsoft.com/office/drawing/2014/main" id="{D5A9F715-AA97-7493-873F-D375D1105E11}"/>
                </a:ext>
              </a:extLst>
            </p:cNvPr>
            <p:cNvSpPr/>
            <p:nvPr/>
          </p:nvSpPr>
          <p:spPr>
            <a:xfrm>
              <a:off x="9566786" y="2452853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EF2D4BA0-3B6C-FB5E-07B8-18438FF2F18D}"/>
                </a:ext>
              </a:extLst>
            </p:cNvPr>
            <p:cNvSpPr/>
            <p:nvPr/>
          </p:nvSpPr>
          <p:spPr>
            <a:xfrm>
              <a:off x="9566785" y="3280907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9B37EEC-FF7E-2EE1-AA69-A9A5F7C9FF5D}"/>
                </a:ext>
              </a:extLst>
            </p:cNvPr>
            <p:cNvSpPr/>
            <p:nvPr/>
          </p:nvSpPr>
          <p:spPr>
            <a:xfrm>
              <a:off x="8422555" y="2610469"/>
              <a:ext cx="2622754" cy="61898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🔗 Network Disconnection</a:t>
              </a:r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9E9386DF-C195-88A8-58DA-14A87BE2AE0C}"/>
                </a:ext>
              </a:extLst>
            </p:cNvPr>
            <p:cNvSpPr/>
            <p:nvPr/>
          </p:nvSpPr>
          <p:spPr>
            <a:xfrm>
              <a:off x="9576613" y="4184321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252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95F3E-FB73-B148-0719-9CB36A45827C}"/>
              </a:ext>
            </a:extLst>
          </p:cNvPr>
          <p:cNvSpPr txBox="1"/>
          <p:nvPr/>
        </p:nvSpPr>
        <p:spPr>
          <a:xfrm>
            <a:off x="255638" y="167148"/>
            <a:ext cx="8788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CASCADEBREAK AI: FROM FLOOD MAP TO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ADD0B-83D4-0051-D614-1997A9A94D75}"/>
              </a:ext>
            </a:extLst>
          </p:cNvPr>
          <p:cNvSpPr txBox="1"/>
          <p:nvPr/>
        </p:nvSpPr>
        <p:spPr>
          <a:xfrm>
            <a:off x="1730476" y="707923"/>
            <a:ext cx="84930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explainable counterfactual engine for prioritizing disaster interventions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F0363-85E4-73AA-4677-64A0D12B82D3}"/>
              </a:ext>
            </a:extLst>
          </p:cNvPr>
          <p:cNvSpPr txBox="1"/>
          <p:nvPr/>
        </p:nvSpPr>
        <p:spPr>
          <a:xfrm>
            <a:off x="403122" y="5982966"/>
            <a:ext cx="11594439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doesn't decide the response. It shows responders which intervention can break the cascade most effectively.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B2607-A279-195E-BAA2-31592B4BE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8" y="1587416"/>
            <a:ext cx="11594439" cy="36831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839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4E2DA0-D70D-9E87-1E29-CB38646CE092}"/>
              </a:ext>
            </a:extLst>
          </p:cNvPr>
          <p:cNvSpPr/>
          <p:nvPr/>
        </p:nvSpPr>
        <p:spPr>
          <a:xfrm>
            <a:off x="167149" y="152073"/>
            <a:ext cx="4358640" cy="41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Arial Black" panose="020B0A04020102020204" pitchFamily="34" charset="0"/>
              </a:rPr>
              <a:t>THE CORE INNOVATION</a:t>
            </a:r>
            <a:endParaRPr lang="en-IN" sz="24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BA6DB-7E4F-38E8-9DAF-61B11597E7E7}"/>
              </a:ext>
            </a:extLst>
          </p:cNvPr>
          <p:cNvSpPr txBox="1"/>
          <p:nvPr/>
        </p:nvSpPr>
        <p:spPr>
          <a:xfrm>
            <a:off x="334297" y="569055"/>
            <a:ext cx="310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Counterfactual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Intervention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6681C-14EB-43C9-CB6B-A6E7F6A0931C}"/>
              </a:ext>
            </a:extLst>
          </p:cNvPr>
          <p:cNvSpPr txBox="1"/>
          <p:nvPr/>
        </p:nvSpPr>
        <p:spPr>
          <a:xfrm>
            <a:off x="334297" y="1101212"/>
            <a:ext cx="114909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asking “What is damaged?”, </a:t>
            </a:r>
            <a:r>
              <a:rPr lang="en-US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CascadeBreak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asks “What happens if we intervene here?”</a:t>
            </a:r>
            <a:endParaRPr lang="en-IN" sz="20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77E35-9ABE-F945-545B-D50DA38BB67E}"/>
              </a:ext>
            </a:extLst>
          </p:cNvPr>
          <p:cNvGrpSpPr/>
          <p:nvPr/>
        </p:nvGrpSpPr>
        <p:grpSpPr>
          <a:xfrm>
            <a:off x="334297" y="1867515"/>
            <a:ext cx="11523406" cy="3889274"/>
            <a:chOff x="334297" y="1867515"/>
            <a:chExt cx="11523406" cy="388927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1EC0FE-9442-15E1-8CB4-FEB753AED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297" y="1867515"/>
              <a:ext cx="11490902" cy="25527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651A62-D658-8973-BD06-0FD4C9FEE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4297" y="4591972"/>
              <a:ext cx="6372225" cy="10763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9501C3C-68A7-7135-D291-F360AC07A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3755" y="4591973"/>
              <a:ext cx="5043948" cy="11648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67B216B-B449-E538-7C14-39C331ABA5CE}"/>
              </a:ext>
            </a:extLst>
          </p:cNvPr>
          <p:cNvSpPr txBox="1"/>
          <p:nvPr/>
        </p:nvSpPr>
        <p:spPr>
          <a:xfrm>
            <a:off x="1140542" y="5840054"/>
            <a:ext cx="9910916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en-IN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≠MOST DAMAGED</a:t>
            </a:r>
          </a:p>
          <a:p>
            <a:pPr algn="ctr"/>
            <a:r>
              <a:rPr lang="en-IN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Best=Maximum downstream access restored per unit effort </a:t>
            </a:r>
          </a:p>
        </p:txBody>
      </p:sp>
    </p:spTree>
    <p:extLst>
      <p:ext uri="{BB962C8B-B14F-4D97-AF65-F5344CB8AC3E}">
        <p14:creationId xmlns:p14="http://schemas.microsoft.com/office/powerpoint/2010/main" val="10326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31286D-212D-3FAD-6708-581AF8F73561}"/>
              </a:ext>
            </a:extLst>
          </p:cNvPr>
          <p:cNvSpPr txBox="1"/>
          <p:nvPr/>
        </p:nvSpPr>
        <p:spPr>
          <a:xfrm>
            <a:off x="245806" y="157316"/>
            <a:ext cx="8325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 Black" panose="020B0A04020102020204" pitchFamily="34" charset="0"/>
              </a:rPr>
              <a:t>FEASIBILITY, CHALLENGES &amp; RISK MITIGATION</a:t>
            </a:r>
            <a:endParaRPr lang="en-IN" sz="24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09B2A-CD87-12A5-D4BB-3A9EF44EEBC0}"/>
              </a:ext>
            </a:extLst>
          </p:cNvPr>
          <p:cNvSpPr txBox="1"/>
          <p:nvPr/>
        </p:nvSpPr>
        <p:spPr>
          <a:xfrm>
            <a:off x="1219200" y="684929"/>
            <a:ext cx="7970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</a:rPr>
              <a:t>A practical MVP using open geospatial data and explainable algorithms</a:t>
            </a:r>
            <a:endParaRPr lang="en-IN" sz="2000" i="1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54B0F-ACBD-F62C-5743-7D5610BE166D}"/>
              </a:ext>
            </a:extLst>
          </p:cNvPr>
          <p:cNvSpPr txBox="1"/>
          <p:nvPr/>
        </p:nvSpPr>
        <p:spPr>
          <a:xfrm>
            <a:off x="462115" y="1357646"/>
            <a:ext cx="1327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2C1EB-C3D6-FECB-2A7E-12D8E72A96F3}"/>
              </a:ext>
            </a:extLst>
          </p:cNvPr>
          <p:cNvSpPr txBox="1"/>
          <p:nvPr/>
        </p:nvSpPr>
        <p:spPr>
          <a:xfrm>
            <a:off x="6328044" y="1357646"/>
            <a:ext cx="2635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risks &amp; mitigation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26874A-5022-43DC-F234-0CA18D94C074}"/>
              </a:ext>
            </a:extLst>
          </p:cNvPr>
          <p:cNvGrpSpPr/>
          <p:nvPr/>
        </p:nvGrpSpPr>
        <p:grpSpPr>
          <a:xfrm>
            <a:off x="934940" y="1823704"/>
            <a:ext cx="10322119" cy="3676650"/>
            <a:chOff x="1027596" y="2025500"/>
            <a:chExt cx="10322119" cy="36766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D45F164-1BA8-EDEB-D8A2-32F1BCBAE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7596" y="2025500"/>
              <a:ext cx="4486275" cy="367665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7A018A8-80EB-28AB-23F3-B86DA98E4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7690" y="2025500"/>
              <a:ext cx="4772025" cy="367665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46BF80-0D0B-52E1-E8B5-2F9172CCDE6C}"/>
              </a:ext>
            </a:extLst>
          </p:cNvPr>
          <p:cNvSpPr txBox="1"/>
          <p:nvPr/>
        </p:nvSpPr>
        <p:spPr>
          <a:xfrm>
            <a:off x="318329" y="5900464"/>
            <a:ext cx="1176976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 focuses on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road-accessibility cascades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not every real-world infrastructure failure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39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78DA5-72A3-222C-6706-C40FA746E57A}"/>
              </a:ext>
            </a:extLst>
          </p:cNvPr>
          <p:cNvSpPr txBox="1"/>
          <p:nvPr/>
        </p:nvSpPr>
        <p:spPr>
          <a:xfrm>
            <a:off x="245806" y="110056"/>
            <a:ext cx="775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rial Black" panose="020B0A04020102020204" pitchFamily="34" charset="0"/>
              </a:rPr>
              <a:t>HOW WILL WE VALIDATE CASCADEBREAK AI</a:t>
            </a:r>
            <a:endParaRPr lang="en-IN" sz="24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6DEAC-4B29-2642-B603-29B70194981C}"/>
              </a:ext>
            </a:extLst>
          </p:cNvPr>
          <p:cNvSpPr txBox="1"/>
          <p:nvPr/>
        </p:nvSpPr>
        <p:spPr>
          <a:xfrm>
            <a:off x="550606" y="571721"/>
            <a:ext cx="8321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Measuring flood </a:t>
            </a:r>
            <a:r>
              <a:rPr lang="en-US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detection, accessibility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recovery and intervention quality</a:t>
            </a:r>
            <a:endParaRPr lang="en-IN" sz="20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E0AB15-D6A4-B66E-B9B3-F7F6EF7F9251}"/>
              </a:ext>
            </a:extLst>
          </p:cNvPr>
          <p:cNvGrpSpPr/>
          <p:nvPr/>
        </p:nvGrpSpPr>
        <p:grpSpPr>
          <a:xfrm>
            <a:off x="550606" y="1218893"/>
            <a:ext cx="11139949" cy="4092089"/>
            <a:chOff x="550606" y="1218893"/>
            <a:chExt cx="11139949" cy="40920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02DE51-0DAF-4C3D-DCDF-300342D58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06" y="1218893"/>
              <a:ext cx="11139949" cy="32449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3868E9-A4FF-01DA-9A6C-20491C2DF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06" y="4710907"/>
              <a:ext cx="11139949" cy="6000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C8BEAB1-AB95-E2A2-EA42-3A7CA4771A10}"/>
              </a:ext>
            </a:extLst>
          </p:cNvPr>
          <p:cNvSpPr txBox="1"/>
          <p:nvPr/>
        </p:nvSpPr>
        <p:spPr>
          <a:xfrm>
            <a:off x="801995" y="5712542"/>
            <a:ext cx="10982878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don’t validate only whether the flood was detected.</a:t>
            </a:r>
          </a:p>
          <a:p>
            <a:pPr algn="ctr"/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validate whether the recommended intervention restores more critical access with less effort</a:t>
            </a:r>
            <a:endParaRPr lang="en-IN" sz="20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7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3A6CF2-FBD7-BA04-9C86-C717CB8459EC}"/>
              </a:ext>
            </a:extLst>
          </p:cNvPr>
          <p:cNvSpPr txBox="1"/>
          <p:nvPr/>
        </p:nvSpPr>
        <p:spPr>
          <a:xfrm>
            <a:off x="263013" y="157869"/>
            <a:ext cx="8519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FROM CASCADE ANALYSIS TO PRIORITY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9D8F8-33EA-F683-9D4A-B28A70F5C5B6}"/>
              </a:ext>
            </a:extLst>
          </p:cNvPr>
          <p:cNvSpPr txBox="1"/>
          <p:nvPr/>
        </p:nvSpPr>
        <p:spPr>
          <a:xfrm>
            <a:off x="796412" y="738492"/>
            <a:ext cx="8593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</a:rPr>
              <a:t>What </a:t>
            </a:r>
            <a:r>
              <a:rPr lang="en-IN" sz="2000" i="1" dirty="0" err="1">
                <a:solidFill>
                  <a:srgbClr val="000000"/>
                </a:solidFill>
              </a:rPr>
              <a:t>CascadeBreak</a:t>
            </a:r>
            <a:r>
              <a:rPr lang="en-IN" sz="2000" i="1" dirty="0">
                <a:solidFill>
                  <a:srgbClr val="000000"/>
                </a:solidFill>
              </a:rPr>
              <a:t> AI is designed to deliver to disaster responders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E7852D-60DC-DFCF-A884-734E518DD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00" y="1376517"/>
            <a:ext cx="5137799" cy="3667431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F090662-B417-B847-4D4D-724E600B4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617" y="1376517"/>
            <a:ext cx="5903065" cy="3667431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D2EB987B-6F9F-EACF-BFAB-BB3EE2A2E40D}"/>
              </a:ext>
            </a:extLst>
          </p:cNvPr>
          <p:cNvSpPr txBox="1"/>
          <p:nvPr/>
        </p:nvSpPr>
        <p:spPr>
          <a:xfrm>
            <a:off x="1261959" y="5830427"/>
            <a:ext cx="930131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</a:rPr>
              <a:t>Conceptual system output — actual prototype implementation planned for Stage II.</a:t>
            </a:r>
          </a:p>
        </p:txBody>
      </p:sp>
    </p:spTree>
    <p:extLst>
      <p:ext uri="{BB962C8B-B14F-4D97-AF65-F5344CB8AC3E}">
        <p14:creationId xmlns:p14="http://schemas.microsoft.com/office/powerpoint/2010/main" val="256782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2A2EFF5-E238-317B-81C3-B447F18D7FB0}"/>
              </a:ext>
            </a:extLst>
          </p:cNvPr>
          <p:cNvSpPr txBox="1"/>
          <p:nvPr/>
        </p:nvSpPr>
        <p:spPr>
          <a:xfrm>
            <a:off x="302647" y="151746"/>
            <a:ext cx="9878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ASSAM 2026 FLOODS — RETROSPECTIVE CASE STUDY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083E7D-E55A-ED39-A9C3-5506247ED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99" y="1363090"/>
            <a:ext cx="4562475" cy="413182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8C913A0-C20F-0EBE-A43D-C89DBC4BAD54}"/>
              </a:ext>
            </a:extLst>
          </p:cNvPr>
          <p:cNvGrpSpPr/>
          <p:nvPr/>
        </p:nvGrpSpPr>
        <p:grpSpPr>
          <a:xfrm>
            <a:off x="5438311" y="1368566"/>
            <a:ext cx="2622758" cy="4126344"/>
            <a:chOff x="8422555" y="895186"/>
            <a:chExt cx="2622758" cy="4126344"/>
          </a:xfrm>
          <a:effectLst/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9EC2349-D5A5-5750-42D5-14DA0D19DED1}"/>
                </a:ext>
              </a:extLst>
            </p:cNvPr>
            <p:cNvSpPr/>
            <p:nvPr/>
          </p:nvSpPr>
          <p:spPr>
            <a:xfrm>
              <a:off x="8422558" y="1778556"/>
              <a:ext cx="2622754" cy="618982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🚧 Road Disruption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6533D84-BFAC-6124-031A-8360C4603FD3}"/>
                </a:ext>
              </a:extLst>
            </p:cNvPr>
            <p:cNvSpPr/>
            <p:nvPr/>
          </p:nvSpPr>
          <p:spPr>
            <a:xfrm>
              <a:off x="8422555" y="4402330"/>
              <a:ext cx="2622754" cy="6192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👥 Population Access Loss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C0675B1-3BFB-C5A1-A9A4-F1401BEF2AD7}"/>
                </a:ext>
              </a:extLst>
            </p:cNvPr>
            <p:cNvSpPr/>
            <p:nvPr/>
          </p:nvSpPr>
          <p:spPr>
            <a:xfrm>
              <a:off x="8422559" y="895186"/>
              <a:ext cx="2622754" cy="61898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🌊 Flooding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4DB5969-90AE-E848-AFE8-F2F1BA6977FB}"/>
                </a:ext>
              </a:extLst>
            </p:cNvPr>
            <p:cNvSpPr/>
            <p:nvPr/>
          </p:nvSpPr>
          <p:spPr>
            <a:xfrm>
              <a:off x="8422555" y="3494525"/>
              <a:ext cx="2622754" cy="618982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🏥 Critical Facility Inaccessibility</a:t>
              </a:r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AD3B4F43-1959-94AF-A681-FC9258BD0940}"/>
                </a:ext>
              </a:extLst>
            </p:cNvPr>
            <p:cNvSpPr/>
            <p:nvPr/>
          </p:nvSpPr>
          <p:spPr>
            <a:xfrm>
              <a:off x="9566784" y="1525713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8BDE9766-CFC1-3F21-F921-D1F233F156E7}"/>
                </a:ext>
              </a:extLst>
            </p:cNvPr>
            <p:cNvSpPr/>
            <p:nvPr/>
          </p:nvSpPr>
          <p:spPr>
            <a:xfrm>
              <a:off x="9566786" y="2452853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904B86C9-F184-177D-70AC-000D4BF469A1}"/>
                </a:ext>
              </a:extLst>
            </p:cNvPr>
            <p:cNvSpPr/>
            <p:nvPr/>
          </p:nvSpPr>
          <p:spPr>
            <a:xfrm>
              <a:off x="9566785" y="3280907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3778A19-D014-A991-E5C8-8B79C415593C}"/>
                </a:ext>
              </a:extLst>
            </p:cNvPr>
            <p:cNvSpPr/>
            <p:nvPr/>
          </p:nvSpPr>
          <p:spPr>
            <a:xfrm>
              <a:off x="8422555" y="2610469"/>
              <a:ext cx="2622754" cy="61898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000000"/>
                  </a:solidFill>
                </a:rPr>
                <a:t>🔗 Network Disconnection</a:t>
              </a:r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66B647BD-F991-15DB-13A6-F39FA55A9735}"/>
                </a:ext>
              </a:extLst>
            </p:cNvPr>
            <p:cNvSpPr/>
            <p:nvPr/>
          </p:nvSpPr>
          <p:spPr>
            <a:xfrm>
              <a:off x="9576613" y="4184321"/>
              <a:ext cx="334297" cy="176981"/>
            </a:xfrm>
            <a:prstGeom prst="downArrow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000000"/>
                </a:soli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1988BC8-A222-D106-2F66-426657A15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606" y="1363090"/>
            <a:ext cx="2981325" cy="413182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/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DA76D6D-C848-B959-509A-88471C33C0A5}"/>
              </a:ext>
            </a:extLst>
          </p:cNvPr>
          <p:cNvSpPr txBox="1"/>
          <p:nvPr/>
        </p:nvSpPr>
        <p:spPr>
          <a:xfrm>
            <a:off x="644497" y="724994"/>
            <a:ext cx="8716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the </a:t>
            </a:r>
            <a:r>
              <a:rPr lang="en-IN" sz="200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CascadeBreak</a:t>
            </a:r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 framework on a real climate-disaster scenario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03794D-6360-31B9-7CD8-54950FBBB5F8}"/>
              </a:ext>
            </a:extLst>
          </p:cNvPr>
          <p:cNvSpPr txBox="1"/>
          <p:nvPr/>
        </p:nvSpPr>
        <p:spPr>
          <a:xfrm>
            <a:off x="1799334" y="6097196"/>
            <a:ext cx="727795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Retrospective case study — not a live operational deployment.</a:t>
            </a:r>
          </a:p>
        </p:txBody>
      </p:sp>
    </p:spTree>
    <p:extLst>
      <p:ext uri="{BB962C8B-B14F-4D97-AF65-F5344CB8AC3E}">
        <p14:creationId xmlns:p14="http://schemas.microsoft.com/office/powerpoint/2010/main" val="221474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6525F-4B58-009E-E493-8D486DAA53BC}"/>
              </a:ext>
            </a:extLst>
          </p:cNvPr>
          <p:cNvSpPr txBox="1"/>
          <p:nvPr/>
        </p:nvSpPr>
        <p:spPr>
          <a:xfrm>
            <a:off x="203145" y="186851"/>
            <a:ext cx="7495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WHO BENEFITS FROM CASCADEBREAK AI?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F60A7-BEE5-3C20-3E6E-AD656FE179A9}"/>
              </a:ext>
            </a:extLst>
          </p:cNvPr>
          <p:cNvSpPr txBox="1"/>
          <p:nvPr/>
        </p:nvSpPr>
        <p:spPr>
          <a:xfrm>
            <a:off x="855407" y="806244"/>
            <a:ext cx="7732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</a:rPr>
              <a:t>Turning complex climate-disaster cascades into actionable priorities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B52892-ED49-D588-0C90-3D8B77529937}"/>
              </a:ext>
            </a:extLst>
          </p:cNvPr>
          <p:cNvGrpSpPr/>
          <p:nvPr/>
        </p:nvGrpSpPr>
        <p:grpSpPr>
          <a:xfrm>
            <a:off x="855407" y="1562561"/>
            <a:ext cx="9662651" cy="3571875"/>
            <a:chOff x="649390" y="1542896"/>
            <a:chExt cx="9662651" cy="3571875"/>
          </a:xfrm>
          <a:effectLst/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6341C4-0D1E-F3D7-1D8A-6F833A069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390" y="1542896"/>
              <a:ext cx="2771775" cy="345757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3834EB-FA92-4E16-EC1E-1CA7C6973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5303" y="1542896"/>
              <a:ext cx="2743200" cy="353377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9D43BDC-00F5-DD78-9BAD-21ADA7D38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92641" y="1542896"/>
              <a:ext cx="2819400" cy="357187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CA14126-8C4F-1A9D-9770-056330EA38C1}"/>
              </a:ext>
            </a:extLst>
          </p:cNvPr>
          <p:cNvSpPr txBox="1"/>
          <p:nvPr/>
        </p:nvSpPr>
        <p:spPr>
          <a:xfrm>
            <a:off x="2221294" y="5753829"/>
            <a:ext cx="6628738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“What is affected?” → to “What should we fix first?”</a:t>
            </a:r>
          </a:p>
        </p:txBody>
      </p:sp>
    </p:spTree>
    <p:extLst>
      <p:ext uri="{BB962C8B-B14F-4D97-AF65-F5344CB8AC3E}">
        <p14:creationId xmlns:p14="http://schemas.microsoft.com/office/powerpoint/2010/main" val="8087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36F697-CCA0-B14A-58E1-CD1775671972}"/>
              </a:ext>
            </a:extLst>
          </p:cNvPr>
          <p:cNvSpPr txBox="1"/>
          <p:nvPr/>
        </p:nvSpPr>
        <p:spPr>
          <a:xfrm>
            <a:off x="234920" y="87361"/>
            <a:ext cx="55671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LIMITATIONS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ED48B-C0FA-FC36-A153-0391F0F9E0A9}"/>
              </a:ext>
            </a:extLst>
          </p:cNvPr>
          <p:cNvSpPr txBox="1"/>
          <p:nvPr/>
        </p:nvSpPr>
        <p:spPr>
          <a:xfrm>
            <a:off x="580103" y="639097"/>
            <a:ext cx="1050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</a:rPr>
              <a:t>Building from an explainable MVP toward operational climate-disaster 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079FF8-2AD1-74CF-06E0-5B2F6FAD9F14}"/>
              </a:ext>
            </a:extLst>
          </p:cNvPr>
          <p:cNvSpPr txBox="1"/>
          <p:nvPr/>
        </p:nvSpPr>
        <p:spPr>
          <a:xfrm>
            <a:off x="580103" y="1443841"/>
            <a:ext cx="5889523" cy="34163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</a:rPr>
              <a:t>LIMITATIONS</a:t>
            </a:r>
            <a:endParaRPr lang="en-IN" dirty="0">
              <a:solidFill>
                <a:srgbClr val="00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</a:rPr>
              <a:t>Satellite latency</a:t>
            </a:r>
            <a:r>
              <a:rPr lang="en-IN" dirty="0">
                <a:solidFill>
                  <a:srgbClr val="000000"/>
                </a:solidFill>
              </a:rPr>
              <a:t> → Sentinel-1 is not continuous real-time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</a:rPr>
              <a:t>Data completeness</a:t>
            </a:r>
            <a:r>
              <a:rPr lang="en-IN" dirty="0">
                <a:solidFill>
                  <a:srgbClr val="000000"/>
                </a:solidFill>
              </a:rPr>
              <a:t> → OSM and population data may have gaps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</a:rPr>
              <a:t>Flood uncertainty</a:t>
            </a:r>
            <a:r>
              <a:rPr lang="en-IN" dirty="0">
                <a:solidFill>
                  <a:srgbClr val="000000"/>
                </a:solidFill>
              </a:rPr>
              <a:t> → depth and accessibility may require local validation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</a:rPr>
              <a:t>Intervention effort</a:t>
            </a:r>
            <a:r>
              <a:rPr lang="en-IN" dirty="0">
                <a:solidFill>
                  <a:srgbClr val="000000"/>
                </a:solidFill>
              </a:rPr>
              <a:t> → current index is not a direct repair cost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0000"/>
                </a:solidFill>
              </a:rPr>
              <a:t>Human uncertainty</a:t>
            </a:r>
            <a:r>
              <a:rPr lang="en-IN" dirty="0">
                <a:solidFill>
                  <a:srgbClr val="000000"/>
                </a:solidFill>
              </a:rPr>
              <a:t> → AI recommendations require responder review</a:t>
            </a:r>
          </a:p>
          <a:p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08682-585F-7B32-AE74-E22D495235A6}"/>
              </a:ext>
            </a:extLst>
          </p:cNvPr>
          <p:cNvSpPr txBox="1"/>
          <p:nvPr/>
        </p:nvSpPr>
        <p:spPr>
          <a:xfrm>
            <a:off x="7010400" y="1443841"/>
            <a:ext cx="4267643" cy="25853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0000"/>
                </a:solidFill>
              </a:rPr>
              <a:t>FUTURE SCOPE</a:t>
            </a:r>
            <a:endParaRPr lang="en-IN" dirty="0">
              <a:solidFill>
                <a:srgbClr val="00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Multi-source real-time updates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IoT / water-level sensor integration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Crowdsourced &amp; field reports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ML-based road failure prediction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More infrastructure dependencies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Dynamic intervention-cost estimation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</a:rPr>
              <a:t>Multi-hazard cascading risk</a:t>
            </a:r>
          </a:p>
          <a:p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9FF26-151B-CFB0-5660-8BA5A9D3B4A4}"/>
              </a:ext>
            </a:extLst>
          </p:cNvPr>
          <p:cNvSpPr txBox="1"/>
          <p:nvPr/>
        </p:nvSpPr>
        <p:spPr>
          <a:xfrm>
            <a:off x="850637" y="5818793"/>
            <a:ext cx="1077730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IN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MVP: Explainable road-accessibility cascades → Future: Multi-hazard, multi-source disaster intelligence</a:t>
            </a:r>
          </a:p>
        </p:txBody>
      </p:sp>
    </p:spTree>
    <p:extLst>
      <p:ext uri="{BB962C8B-B14F-4D97-AF65-F5344CB8AC3E}">
        <p14:creationId xmlns:p14="http://schemas.microsoft.com/office/powerpoint/2010/main" val="74690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ADABB-6180-6FA5-91DE-3C43178C9614}"/>
              </a:ext>
            </a:extLst>
          </p:cNvPr>
          <p:cNvSpPr txBox="1"/>
          <p:nvPr/>
        </p:nvSpPr>
        <p:spPr>
          <a:xfrm>
            <a:off x="462116" y="137652"/>
            <a:ext cx="3482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>
                <a:solidFill>
                  <a:srgbClr val="000000"/>
                </a:solidFill>
                <a:latin typeface="Arial Black" panose="020B0A04020102020204" pitchFamily="34" charset="0"/>
              </a:rPr>
              <a:t>CASCADEBREAK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415249-BD13-B150-1412-8551940535AB}"/>
              </a:ext>
            </a:extLst>
          </p:cNvPr>
          <p:cNvSpPr txBox="1"/>
          <p:nvPr/>
        </p:nvSpPr>
        <p:spPr>
          <a:xfrm>
            <a:off x="973393" y="816077"/>
            <a:ext cx="7136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JUST MAP THE FLOOD.</a:t>
            </a:r>
            <a:br>
              <a:rPr lang="en-IN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INTERVENTION THAT BREAKS THE CASCADE.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DE1FD0-0EC9-677F-D7B6-F06B40DEECA2}"/>
              </a:ext>
            </a:extLst>
          </p:cNvPr>
          <p:cNvGrpSpPr/>
          <p:nvPr/>
        </p:nvGrpSpPr>
        <p:grpSpPr>
          <a:xfrm>
            <a:off x="973393" y="1921285"/>
            <a:ext cx="10494932" cy="2838450"/>
            <a:chOff x="848534" y="2009775"/>
            <a:chExt cx="10494932" cy="2838450"/>
          </a:xfrm>
          <a:effectLst/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4FAF92-13C0-EE13-7C97-47CEF6F0B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4" y="2038350"/>
              <a:ext cx="3095625" cy="27813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5D0A11-B46C-063E-5934-A96CED802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1037" y="2009775"/>
              <a:ext cx="3209925" cy="28384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8EE68D-4B7E-89CD-5C12-BCBCD8DB4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2141" y="2009775"/>
              <a:ext cx="2981325" cy="28146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CB40F44-4E50-4968-32D1-EA503E1A7F0C}"/>
              </a:ext>
            </a:extLst>
          </p:cNvPr>
          <p:cNvSpPr txBox="1"/>
          <p:nvPr/>
        </p:nvSpPr>
        <p:spPr>
          <a:xfrm>
            <a:off x="3351867" y="5289756"/>
            <a:ext cx="573798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• Counterfactual • Human-in-the-loop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E13B5-D564-9748-1BE6-CAD4462B8C22}"/>
              </a:ext>
            </a:extLst>
          </p:cNvPr>
          <p:cNvSpPr txBox="1"/>
          <p:nvPr/>
        </p:nvSpPr>
        <p:spPr>
          <a:xfrm>
            <a:off x="2768005" y="6019832"/>
            <a:ext cx="665598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IN" sz="20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flood intelligence → to actionable climate resilience</a:t>
            </a:r>
          </a:p>
        </p:txBody>
      </p:sp>
    </p:spTree>
    <p:extLst>
      <p:ext uri="{BB962C8B-B14F-4D97-AF65-F5344CB8AC3E}">
        <p14:creationId xmlns:p14="http://schemas.microsoft.com/office/powerpoint/2010/main" val="40322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553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Black</vt:lpstr>
      <vt:lpstr>Arial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akashdalwala2007@gmail.com</dc:creator>
  <cp:lastModifiedBy>akashdalwala2007@gmail.com</cp:lastModifiedBy>
  <cp:revision>2</cp:revision>
  <dcterms:created xsi:type="dcterms:W3CDTF">2026-09-06T15:17:31Z</dcterms:created>
  <dcterms:modified xsi:type="dcterms:W3CDTF">2026-09-09T12:30:18Z</dcterms:modified>
</cp:coreProperties>
</file>